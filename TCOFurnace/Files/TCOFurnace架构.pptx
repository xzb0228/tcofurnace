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09" userDrawn="1">
          <p15:clr>
            <a:srgbClr val="A4A3A4"/>
          </p15:clr>
        </p15:guide>
        <p15:guide id="2" pos="383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09"/>
        <p:guide pos="3838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6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406400" y="499110"/>
            <a:ext cx="11652250" cy="14668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2742565" y="623570"/>
            <a:ext cx="6483985" cy="490220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noAutofit/>
          </a:bodyPr>
          <a:p>
            <a:r>
              <a:rPr lang="en-US" altLang="zh-CN"/>
              <a:t>                                </a:t>
            </a:r>
            <a:r>
              <a:rPr lang="en-US" altLang="zh-CN" sz="2400">
                <a:ln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TCOFurnace</a:t>
            </a:r>
            <a:r>
              <a:rPr lang="zh-CN" altLang="en-US" sz="2400">
                <a:ln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主程序</a:t>
            </a:r>
            <a:endParaRPr lang="zh-CN" altLang="en-US" sz="2400">
              <a:ln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57860" y="1336040"/>
            <a:ext cx="2084705" cy="444500"/>
          </a:xfrm>
          <a:prstGeom prst="rect">
            <a:avLst/>
          </a:prstGeom>
          <a:solidFill>
            <a:schemeClr val="accent5"/>
          </a:solidFill>
        </p:spPr>
        <p:txBody>
          <a:bodyPr wrap="square" rtlCol="0">
            <a:noAutofit/>
          </a:bodyPr>
          <a:p>
            <a:r>
              <a:rPr lang="zh-CN" altLang="en-US"/>
              <a:t>状体机运行主</a:t>
            </a:r>
            <a:r>
              <a:rPr lang="zh-CN" altLang="en-US"/>
              <a:t>界面</a:t>
            </a:r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2858135" y="1336040"/>
            <a:ext cx="1160145" cy="444500"/>
          </a:xfrm>
          <a:prstGeom prst="rect">
            <a:avLst/>
          </a:prstGeom>
          <a:solidFill>
            <a:schemeClr val="accent5"/>
          </a:solidFill>
        </p:spPr>
        <p:txBody>
          <a:bodyPr wrap="square" rtlCol="0">
            <a:noAutofit/>
          </a:bodyPr>
          <a:p>
            <a:r>
              <a:rPr lang="zh-CN" altLang="en-US"/>
              <a:t>手动</a:t>
            </a:r>
            <a:r>
              <a:rPr lang="zh-CN" altLang="en-US"/>
              <a:t>模式</a:t>
            </a:r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4065270" y="1336040"/>
            <a:ext cx="1190625" cy="444500"/>
          </a:xfrm>
          <a:prstGeom prst="rect">
            <a:avLst/>
          </a:prstGeom>
          <a:solidFill>
            <a:schemeClr val="accent5"/>
          </a:solidFill>
        </p:spPr>
        <p:txBody>
          <a:bodyPr wrap="square" rtlCol="0">
            <a:noAutofit/>
          </a:bodyPr>
          <a:p>
            <a:r>
              <a:rPr lang="zh-CN" altLang="en-US"/>
              <a:t>仿真</a:t>
            </a:r>
            <a:r>
              <a:rPr lang="zh-CN" altLang="en-US"/>
              <a:t>模式</a:t>
            </a:r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5419090" y="1337310"/>
            <a:ext cx="1131570" cy="443230"/>
          </a:xfrm>
          <a:prstGeom prst="rect">
            <a:avLst/>
          </a:prstGeom>
          <a:solidFill>
            <a:schemeClr val="accent5"/>
          </a:solidFill>
        </p:spPr>
        <p:txBody>
          <a:bodyPr wrap="square" rtlCol="0">
            <a:noAutofit/>
          </a:bodyPr>
          <a:p>
            <a:r>
              <a:rPr lang="zh-CN" altLang="en-US"/>
              <a:t>板卡</a:t>
            </a:r>
            <a:r>
              <a:rPr lang="zh-CN" altLang="en-US"/>
              <a:t>工具</a:t>
            </a:r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6656705" y="1337310"/>
            <a:ext cx="1414780" cy="444500"/>
          </a:xfrm>
          <a:prstGeom prst="rect">
            <a:avLst/>
          </a:prstGeom>
          <a:solidFill>
            <a:schemeClr val="accent5"/>
          </a:solidFill>
        </p:spPr>
        <p:txBody>
          <a:bodyPr wrap="square" rtlCol="0">
            <a:noAutofit/>
          </a:bodyPr>
          <a:p>
            <a:r>
              <a:rPr lang="zh-CN" altLang="en-US"/>
              <a:t>翻译等</a:t>
            </a:r>
            <a:r>
              <a:rPr lang="zh-CN" altLang="en-US"/>
              <a:t>功能</a:t>
            </a:r>
            <a:endParaRPr lang="zh-CN" altLang="en-US"/>
          </a:p>
        </p:txBody>
      </p:sp>
      <p:sp>
        <p:nvSpPr>
          <p:cNvPr id="14" name="矩形 13"/>
          <p:cNvSpPr/>
          <p:nvPr/>
        </p:nvSpPr>
        <p:spPr>
          <a:xfrm>
            <a:off x="406400" y="2517775"/>
            <a:ext cx="4469765" cy="148653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610870" y="2693670"/>
            <a:ext cx="4126865" cy="490220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noAutofit/>
          </a:bodyPr>
          <a:p>
            <a:r>
              <a:rPr lang="en-US" altLang="zh-CN"/>
              <a:t>         </a:t>
            </a:r>
            <a:r>
              <a:rPr lang="en-US" altLang="zh-CN" sz="2400"/>
              <a:t>EquipDriver</a:t>
            </a:r>
            <a:r>
              <a:rPr lang="zh-CN" altLang="en-US" sz="2400"/>
              <a:t>通讯模块</a:t>
            </a:r>
            <a:endParaRPr lang="zh-CN" altLang="en-US" sz="2400"/>
          </a:p>
        </p:txBody>
      </p:sp>
      <p:sp>
        <p:nvSpPr>
          <p:cNvPr id="16" name="文本框 15"/>
          <p:cNvSpPr txBox="1"/>
          <p:nvPr/>
        </p:nvSpPr>
        <p:spPr>
          <a:xfrm>
            <a:off x="1064260" y="3465195"/>
            <a:ext cx="659765" cy="444500"/>
          </a:xfrm>
          <a:prstGeom prst="rect">
            <a:avLst/>
          </a:prstGeom>
          <a:solidFill>
            <a:schemeClr val="accent5"/>
          </a:solidFill>
        </p:spPr>
        <p:txBody>
          <a:bodyPr wrap="square" rtlCol="0">
            <a:noAutofit/>
          </a:bodyPr>
          <a:p>
            <a:r>
              <a:rPr lang="zh-CN" altLang="en-US"/>
              <a:t>串口</a:t>
            </a:r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2271395" y="3465195"/>
            <a:ext cx="805180" cy="444500"/>
          </a:xfrm>
          <a:prstGeom prst="rect">
            <a:avLst/>
          </a:prstGeom>
          <a:solidFill>
            <a:schemeClr val="accent5"/>
          </a:solidFill>
        </p:spPr>
        <p:txBody>
          <a:bodyPr wrap="square" rtlCol="0">
            <a:noAutofit/>
          </a:bodyPr>
          <a:p>
            <a:r>
              <a:rPr lang="en-US" altLang="zh-CN"/>
              <a:t>TCP</a:t>
            </a:r>
            <a:endParaRPr lang="en-US" altLang="zh-CN"/>
          </a:p>
        </p:txBody>
      </p:sp>
      <p:sp>
        <p:nvSpPr>
          <p:cNvPr id="18" name="文本框 17"/>
          <p:cNvSpPr txBox="1"/>
          <p:nvPr/>
        </p:nvSpPr>
        <p:spPr>
          <a:xfrm>
            <a:off x="3634740" y="3465195"/>
            <a:ext cx="742315" cy="444500"/>
          </a:xfrm>
          <a:prstGeom prst="rect">
            <a:avLst/>
          </a:prstGeom>
          <a:solidFill>
            <a:schemeClr val="accent5"/>
          </a:solidFill>
        </p:spPr>
        <p:txBody>
          <a:bodyPr wrap="square" rtlCol="0">
            <a:noAutofit/>
          </a:bodyPr>
          <a:p>
            <a:r>
              <a:rPr lang="en-US" altLang="zh-CN"/>
              <a:t>UDP</a:t>
            </a:r>
            <a:endParaRPr lang="en-US" altLang="zh-CN"/>
          </a:p>
        </p:txBody>
      </p:sp>
      <p:sp>
        <p:nvSpPr>
          <p:cNvPr id="20" name="矩形 19"/>
          <p:cNvSpPr/>
          <p:nvPr/>
        </p:nvSpPr>
        <p:spPr>
          <a:xfrm>
            <a:off x="406400" y="4556125"/>
            <a:ext cx="4474845" cy="148653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文本框 20"/>
          <p:cNvSpPr txBox="1"/>
          <p:nvPr/>
        </p:nvSpPr>
        <p:spPr>
          <a:xfrm>
            <a:off x="638810" y="4731385"/>
            <a:ext cx="4126865" cy="490220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noAutofit/>
          </a:bodyPr>
          <a:p>
            <a:r>
              <a:rPr lang="en-US" altLang="zh-CN"/>
              <a:t>         </a:t>
            </a:r>
            <a:r>
              <a:rPr lang="en-US" altLang="zh-CN" sz="2400"/>
              <a:t>ModBusRTU</a:t>
            </a:r>
            <a:r>
              <a:rPr lang="zh-CN" altLang="en-US" sz="2400"/>
              <a:t>命令模块</a:t>
            </a:r>
            <a:endParaRPr lang="zh-CN" altLang="en-US" sz="2400"/>
          </a:p>
        </p:txBody>
      </p:sp>
      <p:sp>
        <p:nvSpPr>
          <p:cNvPr id="22" name="文本框 21"/>
          <p:cNvSpPr txBox="1"/>
          <p:nvPr/>
        </p:nvSpPr>
        <p:spPr>
          <a:xfrm>
            <a:off x="1118870" y="5502910"/>
            <a:ext cx="1099820" cy="444500"/>
          </a:xfrm>
          <a:prstGeom prst="rect">
            <a:avLst/>
          </a:prstGeom>
          <a:solidFill>
            <a:schemeClr val="accent5"/>
          </a:solidFill>
        </p:spPr>
        <p:txBody>
          <a:bodyPr wrap="square" rtlCol="0">
            <a:noAutofit/>
          </a:bodyPr>
          <a:p>
            <a:r>
              <a:rPr lang="zh-CN" altLang="en-US"/>
              <a:t>普通</a:t>
            </a:r>
            <a:r>
              <a:rPr lang="zh-CN" altLang="en-US"/>
              <a:t>命令</a:t>
            </a:r>
            <a:endParaRPr lang="zh-CN" altLang="en-US"/>
          </a:p>
        </p:txBody>
      </p:sp>
      <p:sp>
        <p:nvSpPr>
          <p:cNvPr id="23" name="文本框 22"/>
          <p:cNvSpPr txBox="1"/>
          <p:nvPr/>
        </p:nvSpPr>
        <p:spPr>
          <a:xfrm>
            <a:off x="2742565" y="5502910"/>
            <a:ext cx="1727835" cy="444500"/>
          </a:xfrm>
          <a:prstGeom prst="rect">
            <a:avLst/>
          </a:prstGeom>
          <a:solidFill>
            <a:schemeClr val="accent5"/>
          </a:solidFill>
        </p:spPr>
        <p:txBody>
          <a:bodyPr wrap="square" rtlCol="0">
            <a:noAutofit/>
          </a:bodyPr>
          <a:p>
            <a:r>
              <a:rPr lang="zh-CN" altLang="en-US"/>
              <a:t>循环执行</a:t>
            </a:r>
            <a:r>
              <a:rPr lang="zh-CN" altLang="en-US"/>
              <a:t>命令</a:t>
            </a:r>
            <a:endParaRPr lang="zh-CN" altLang="en-US"/>
          </a:p>
        </p:txBody>
      </p:sp>
      <p:sp>
        <p:nvSpPr>
          <p:cNvPr id="26" name="矩形 25"/>
          <p:cNvSpPr/>
          <p:nvPr/>
        </p:nvSpPr>
        <p:spPr>
          <a:xfrm>
            <a:off x="5617845" y="2517140"/>
            <a:ext cx="2967990" cy="352107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8" name="文本框 27"/>
          <p:cNvSpPr txBox="1"/>
          <p:nvPr/>
        </p:nvSpPr>
        <p:spPr>
          <a:xfrm>
            <a:off x="6598920" y="5398135"/>
            <a:ext cx="1123950" cy="444500"/>
          </a:xfrm>
          <a:prstGeom prst="rect">
            <a:avLst/>
          </a:prstGeom>
          <a:solidFill>
            <a:schemeClr val="accent5"/>
          </a:solidFill>
        </p:spPr>
        <p:txBody>
          <a:bodyPr wrap="square" rtlCol="0">
            <a:noAutofit/>
          </a:bodyPr>
          <a:p>
            <a:r>
              <a:rPr lang="zh-CN" altLang="en-US"/>
              <a:t>加密</a:t>
            </a:r>
            <a:r>
              <a:rPr lang="zh-CN" altLang="en-US"/>
              <a:t>解密</a:t>
            </a:r>
            <a:endParaRPr lang="zh-CN" altLang="en-US"/>
          </a:p>
        </p:txBody>
      </p:sp>
      <p:sp>
        <p:nvSpPr>
          <p:cNvPr id="29" name="文本框 28"/>
          <p:cNvSpPr txBox="1"/>
          <p:nvPr/>
        </p:nvSpPr>
        <p:spPr>
          <a:xfrm>
            <a:off x="6545580" y="4060825"/>
            <a:ext cx="1127125" cy="444500"/>
          </a:xfrm>
          <a:prstGeom prst="rect">
            <a:avLst/>
          </a:prstGeom>
          <a:solidFill>
            <a:schemeClr val="accent5"/>
          </a:solidFill>
        </p:spPr>
        <p:txBody>
          <a:bodyPr wrap="square" rtlCol="0">
            <a:noAutofit/>
          </a:bodyPr>
          <a:p>
            <a:r>
              <a:rPr lang="zh-CN" altLang="en-US"/>
              <a:t>日志</a:t>
            </a:r>
            <a:r>
              <a:rPr lang="zh-CN" altLang="en-US"/>
              <a:t>记录</a:t>
            </a:r>
            <a:endParaRPr lang="zh-CN" altLang="en-US"/>
          </a:p>
        </p:txBody>
      </p:sp>
      <p:sp>
        <p:nvSpPr>
          <p:cNvPr id="30" name="文本框 29"/>
          <p:cNvSpPr txBox="1"/>
          <p:nvPr/>
        </p:nvSpPr>
        <p:spPr>
          <a:xfrm>
            <a:off x="6692265" y="4731385"/>
            <a:ext cx="904875" cy="444500"/>
          </a:xfrm>
          <a:prstGeom prst="rect">
            <a:avLst/>
          </a:prstGeom>
          <a:solidFill>
            <a:schemeClr val="accent5"/>
          </a:solidFill>
        </p:spPr>
        <p:txBody>
          <a:bodyPr wrap="square" rtlCol="0">
            <a:noAutofit/>
          </a:bodyPr>
          <a:p>
            <a:r>
              <a:rPr lang="zh-CN" altLang="en-US"/>
              <a:t>帮助</a:t>
            </a:r>
            <a:r>
              <a:rPr lang="zh-CN" altLang="en-US"/>
              <a:t>类</a:t>
            </a:r>
            <a:endParaRPr lang="zh-CN" altLang="en-US"/>
          </a:p>
        </p:txBody>
      </p:sp>
      <p:sp>
        <p:nvSpPr>
          <p:cNvPr id="31" name="矩形 30"/>
          <p:cNvSpPr/>
          <p:nvPr/>
        </p:nvSpPr>
        <p:spPr>
          <a:xfrm>
            <a:off x="9411970" y="2517775"/>
            <a:ext cx="2646045" cy="352933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8" name="文本框 37"/>
          <p:cNvSpPr txBox="1"/>
          <p:nvPr/>
        </p:nvSpPr>
        <p:spPr>
          <a:xfrm>
            <a:off x="5743575" y="2749550"/>
            <a:ext cx="2652395" cy="1198880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p>
            <a:endParaRPr lang="en-US" altLang="zh-CN" sz="2400">
              <a:sym typeface="+mn-ea"/>
            </a:endParaRPr>
          </a:p>
          <a:p>
            <a:r>
              <a:rPr lang="en-US" altLang="zh-CN" sz="2400">
                <a:sym typeface="+mn-ea"/>
              </a:rPr>
              <a:t>Common</a:t>
            </a:r>
            <a:r>
              <a:rPr lang="zh-CN" altLang="en-US" sz="2400">
                <a:sym typeface="+mn-ea"/>
              </a:rPr>
              <a:t>通用模块</a:t>
            </a:r>
            <a:endParaRPr lang="zh-CN" altLang="en-US" sz="2400"/>
          </a:p>
          <a:p>
            <a:endParaRPr lang="zh-CN" altLang="en-US" sz="2400"/>
          </a:p>
        </p:txBody>
      </p:sp>
      <p:sp>
        <p:nvSpPr>
          <p:cNvPr id="39" name="文本框 38"/>
          <p:cNvSpPr txBox="1"/>
          <p:nvPr/>
        </p:nvSpPr>
        <p:spPr>
          <a:xfrm>
            <a:off x="9637395" y="2906395"/>
            <a:ext cx="2221865" cy="2794000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noAutofit/>
          </a:bodyPr>
          <a:p>
            <a:endParaRPr lang="en-US" altLang="zh-CN">
              <a:sym typeface="+mn-ea"/>
            </a:endParaRPr>
          </a:p>
          <a:p>
            <a:endParaRPr lang="en-US" altLang="zh-CN">
              <a:sym typeface="+mn-ea"/>
            </a:endParaRPr>
          </a:p>
          <a:p>
            <a:r>
              <a:rPr lang="en-US" altLang="zh-CN">
                <a:sym typeface="+mn-ea"/>
              </a:rPr>
              <a:t> </a:t>
            </a:r>
            <a:endParaRPr lang="en-US" altLang="zh-CN">
              <a:sym typeface="+mn-ea"/>
            </a:endParaRPr>
          </a:p>
          <a:p>
            <a:endParaRPr lang="en-US" altLang="zh-CN">
              <a:sym typeface="+mn-ea"/>
            </a:endParaRPr>
          </a:p>
          <a:p>
            <a:r>
              <a:rPr lang="en-US" altLang="zh-CN">
                <a:sym typeface="+mn-ea"/>
              </a:rPr>
              <a:t>Sqlite</a:t>
            </a:r>
            <a:r>
              <a:rPr lang="zh-CN" altLang="en-US">
                <a:sym typeface="+mn-ea"/>
              </a:rPr>
              <a:t>数据库</a:t>
            </a:r>
            <a:r>
              <a:rPr lang="zh-CN" altLang="en-US"/>
              <a:t>与</a:t>
            </a:r>
            <a:r>
              <a:rPr lang="zh-CN" altLang="en-US"/>
              <a:t>升级</a:t>
            </a:r>
            <a:endParaRPr lang="zh-CN" altLang="en-US"/>
          </a:p>
        </p:txBody>
      </p:sp>
      <p:sp>
        <p:nvSpPr>
          <p:cNvPr id="40" name="矩形 39"/>
          <p:cNvSpPr/>
          <p:nvPr/>
        </p:nvSpPr>
        <p:spPr>
          <a:xfrm>
            <a:off x="8177530" y="1256030"/>
            <a:ext cx="3833495" cy="59626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8282940" y="1336040"/>
            <a:ext cx="1111885" cy="444500"/>
          </a:xfrm>
          <a:prstGeom prst="rect">
            <a:avLst/>
          </a:prstGeom>
          <a:solidFill>
            <a:schemeClr val="accent5"/>
          </a:solidFill>
        </p:spPr>
        <p:txBody>
          <a:bodyPr wrap="square" rtlCol="0">
            <a:noAutofit/>
          </a:bodyPr>
          <a:p>
            <a:r>
              <a:rPr lang="zh-CN" altLang="en-US"/>
              <a:t>权限</a:t>
            </a:r>
            <a:r>
              <a:rPr lang="zh-CN" altLang="en-US"/>
              <a:t>控制</a:t>
            </a:r>
            <a:endParaRPr lang="zh-CN" altLang="en-US"/>
          </a:p>
        </p:txBody>
      </p:sp>
      <p:sp>
        <p:nvSpPr>
          <p:cNvPr id="10" name="文本框 9"/>
          <p:cNvSpPr txBox="1"/>
          <p:nvPr/>
        </p:nvSpPr>
        <p:spPr>
          <a:xfrm>
            <a:off x="9500870" y="1336040"/>
            <a:ext cx="1189355" cy="443865"/>
          </a:xfrm>
          <a:prstGeom prst="rect">
            <a:avLst/>
          </a:prstGeom>
          <a:solidFill>
            <a:schemeClr val="accent5"/>
          </a:solidFill>
        </p:spPr>
        <p:txBody>
          <a:bodyPr wrap="square" rtlCol="0">
            <a:noAutofit/>
          </a:bodyPr>
          <a:p>
            <a:r>
              <a:rPr lang="zh-CN" altLang="en-US"/>
              <a:t>用户</a:t>
            </a:r>
            <a:r>
              <a:rPr lang="zh-CN" altLang="en-US"/>
              <a:t>管理</a:t>
            </a:r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10796270" y="1336040"/>
            <a:ext cx="1178560" cy="444500"/>
          </a:xfrm>
          <a:prstGeom prst="rect">
            <a:avLst/>
          </a:prstGeom>
          <a:solidFill>
            <a:schemeClr val="accent5"/>
          </a:solidFill>
        </p:spPr>
        <p:txBody>
          <a:bodyPr wrap="square" rtlCol="0">
            <a:noAutofit/>
          </a:bodyPr>
          <a:p>
            <a:r>
              <a:rPr lang="zh-CN" altLang="en-US"/>
              <a:t>参数</a:t>
            </a:r>
            <a:r>
              <a:rPr lang="zh-CN" altLang="en-US"/>
              <a:t>设置</a:t>
            </a:r>
            <a:endParaRPr lang="zh-CN" altLang="en-US"/>
          </a:p>
        </p:txBody>
      </p:sp>
      <p:sp>
        <p:nvSpPr>
          <p:cNvPr id="42" name="下箭头 41"/>
          <p:cNvSpPr/>
          <p:nvPr/>
        </p:nvSpPr>
        <p:spPr>
          <a:xfrm>
            <a:off x="1862455" y="1783715"/>
            <a:ext cx="76200" cy="733425"/>
          </a:xfrm>
          <a:prstGeom prst="down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5" name="下箭头 44"/>
          <p:cNvSpPr/>
          <p:nvPr/>
        </p:nvSpPr>
        <p:spPr>
          <a:xfrm>
            <a:off x="10489565" y="1852295"/>
            <a:ext cx="123825" cy="665480"/>
          </a:xfrm>
          <a:prstGeom prst="down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6" name="下箭头 45"/>
          <p:cNvSpPr/>
          <p:nvPr/>
        </p:nvSpPr>
        <p:spPr>
          <a:xfrm rot="16200000">
            <a:off x="5193665" y="3088640"/>
            <a:ext cx="132715" cy="733425"/>
          </a:xfrm>
          <a:prstGeom prst="down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0" name="下箭头 49"/>
          <p:cNvSpPr/>
          <p:nvPr/>
        </p:nvSpPr>
        <p:spPr>
          <a:xfrm>
            <a:off x="4490085" y="1784350"/>
            <a:ext cx="76200" cy="733425"/>
          </a:xfrm>
          <a:prstGeom prst="down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1" name="下箭头 50"/>
          <p:cNvSpPr/>
          <p:nvPr/>
        </p:nvSpPr>
        <p:spPr>
          <a:xfrm>
            <a:off x="3211195" y="1784350"/>
            <a:ext cx="76200" cy="733425"/>
          </a:xfrm>
          <a:prstGeom prst="down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2" name="下箭头 51"/>
          <p:cNvSpPr/>
          <p:nvPr/>
        </p:nvSpPr>
        <p:spPr>
          <a:xfrm>
            <a:off x="7034530" y="1959610"/>
            <a:ext cx="218440" cy="561340"/>
          </a:xfrm>
          <a:prstGeom prst="down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5" name="下箭头 54"/>
          <p:cNvSpPr/>
          <p:nvPr/>
        </p:nvSpPr>
        <p:spPr>
          <a:xfrm rot="5400000">
            <a:off x="8929370" y="3198495"/>
            <a:ext cx="132715" cy="768350"/>
          </a:xfrm>
          <a:prstGeom prst="downArrow">
            <a:avLst>
              <a:gd name="adj1" fmla="val 50239"/>
              <a:gd name="adj2" fmla="val 50000"/>
            </a:avLst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6" name="下箭头 55"/>
          <p:cNvSpPr/>
          <p:nvPr/>
        </p:nvSpPr>
        <p:spPr>
          <a:xfrm>
            <a:off x="2582545" y="4004310"/>
            <a:ext cx="158750" cy="561340"/>
          </a:xfrm>
          <a:prstGeom prst="down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7" name="下箭头 56"/>
          <p:cNvSpPr/>
          <p:nvPr/>
        </p:nvSpPr>
        <p:spPr>
          <a:xfrm rot="16200000">
            <a:off x="5184775" y="4898390"/>
            <a:ext cx="132715" cy="733425"/>
          </a:xfrm>
          <a:prstGeom prst="down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182</Words>
  <Application>WPS 演示</Application>
  <PresentationFormat>宽屏</PresentationFormat>
  <Paragraphs>46</Paragraphs>
  <Slides>1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Arial</vt:lpstr>
      <vt:lpstr>宋体</vt:lpstr>
      <vt:lpstr>Wingdings</vt:lpstr>
      <vt:lpstr>Wingdings</vt:lpstr>
      <vt:lpstr>微软雅黑</vt:lpstr>
      <vt:lpstr>Arial Unicode MS</vt:lpstr>
      <vt:lpstr>Calibri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xzb</cp:lastModifiedBy>
  <cp:revision>157</cp:revision>
  <dcterms:created xsi:type="dcterms:W3CDTF">2019-06-19T02:08:00Z</dcterms:created>
  <dcterms:modified xsi:type="dcterms:W3CDTF">2025-10-16T09:22:22Z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2052-12.1.0.22529</vt:lpwstr>
  </property>
  <property fmtid="{D5CDD505-2E9C-101B-9397-08002B2CF9AE}" pid="3" name="ICV">
    <vt:lpwstr>760043E05F354565BF2D31EE387B259E_11</vt:lpwstr>
  </property>
</Properties>
</file>